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8" r:id="rId19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KUBEGUARD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41248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posture &amp; compliance — the problems it solves for regulated business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41248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41248" y="4937760"/>
            <a:ext cx="3246120" cy="914400"/>
          </a:xfrm>
          <a:prstGeom prst="rect">
            <a:avLst/>
          </a:prstGeom>
          <a:solidFill>
            <a:srgbClr val="163B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9848" y="5074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GCC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69848" y="5413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 ECC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4937760"/>
            <a:ext cx="3246120" cy="914400"/>
          </a:xfrm>
          <a:prstGeom prst="rect">
            <a:avLst/>
          </a:prstGeom>
          <a:solidFill>
            <a:srgbClr val="163B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5074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/ UK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44568" y="5413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NCSC CAF · UK GDPR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90688" y="4937760"/>
            <a:ext cx="3246120" cy="914400"/>
          </a:xfrm>
          <a:prstGeom prst="rect">
            <a:avLst/>
          </a:prstGeom>
          <a:solidFill>
            <a:srgbClr val="163B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19288" y="5074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19288" y="5413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· ISO · NIST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41248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 ·  read-only against clusters  ·  zero telemetry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KubeGuard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 tool that reads declarative Kubernetes manifests or a live cluster (read-only), finds the security misconfigurations that auditors and attackers both care about, links them into attack paths, and emits the fix — plus an auditor-ready compliance scorecard against nine frameworks.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743200"/>
            <a:ext cx="566928" cy="566928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8906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6908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9728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38587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deterministic, evidence-backed checks (CIS / NSA-mapped) across RBAC, host access, network, workload &amp; supply chain.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16552" y="251460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2743200"/>
            <a:ext cx="566928" cy="566928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273" y="289060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62672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690872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90872" y="38587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compose into capability-based attack paths, each hop tagged with a MITRE ATT&amp;CK technique — narrative, never a runnable exploit.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10144" y="251460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84464" y="2743200"/>
            <a:ext cx="566928" cy="566928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865" y="289060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4464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84464" y="38587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least-privilege baseline and per-finding fix snippets that drive findings — and the attack paths — to zero.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Six deployment modes, one engine: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CI gate (fail-on severity) · kubectl plugin · live read-only scan · REST service + dashboard · validating admission webhook.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misconfigured cluster is a compliance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ships insecure-by-default. The same defaults that let attackers escalate are the exact things every framework tells you to control — yet they live in YAML no auditor reads. KubeGuard turns that gap into evidence.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212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560320"/>
            <a:ext cx="566928" cy="566928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393" y="270772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42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privilege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260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cluster-admin bindings, wildcard RBAC, Secret-read, default ServiceAccounts — least-privilege failures (KG-011→016).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212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560320"/>
            <a:ext cx="566928" cy="566928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73" y="27077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542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boundary breaks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69480" y="29260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containers, hostPath, hostPID/Network/IPC, dangerous capabilities — process-isolation failures (KG-001→008).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4069080"/>
            <a:ext cx="5212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78992" y="4343400"/>
            <a:ext cx="566928" cy="566928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93" y="449080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325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networks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709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default-deny NetworkPolicy, services exposed straight to the internet — boundary-protection failures (KG-017, KG-018).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069080"/>
            <a:ext cx="5212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9672" y="4343400"/>
            <a:ext cx="566928" cy="566928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073" y="449080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325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workload hygiene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269480" y="4709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run-as-root, no seccomp, mutable image tags, missing limits — secure-config &amp; supply-chain gaps (KG-006→020).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checks · 5 categories · every finding carries the resource, the evidence, and the remediation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YAML to an audit verdict —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468880" cy="2331720"/>
          </a:xfrm>
          <a:prstGeom prst="rect">
            <a:avLst/>
          </a:prstGeom>
          <a:solidFill>
            <a:srgbClr val="163B3C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03120"/>
            <a:ext cx="548640" cy="548640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638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3200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Manifests, snapshots, or a live read-only cluster scan.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218688" y="26974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611880" y="1874520"/>
            <a:ext cx="2468880" cy="2331720"/>
          </a:xfrm>
          <a:prstGeom prst="rect">
            <a:avLst/>
          </a:prstGeom>
          <a:solidFill>
            <a:srgbClr val="163B3C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67912" y="2103120"/>
            <a:ext cx="548640" cy="548640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58" y="22457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7912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867912" y="3200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checks fire deterministically, each with evidence + severity.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007608" y="26974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400800" y="1874520"/>
            <a:ext cx="2468880" cy="2331720"/>
          </a:xfrm>
          <a:prstGeom prst="rect">
            <a:avLst/>
          </a:prstGeom>
          <a:solidFill>
            <a:srgbClr val="163B3C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56832" y="2103120"/>
            <a:ext cx="548640" cy="548640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78" y="22457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56832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656832" y="3200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YAML packs map each control → the checks that assess it.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96528" y="26974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189720" y="1874520"/>
            <a:ext cx="2468880" cy="2331720"/>
          </a:xfrm>
          <a:prstGeom prst="rect">
            <a:avLst/>
          </a:prstGeom>
          <a:solidFill>
            <a:srgbClr val="163B3C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45752" y="2103120"/>
            <a:ext cx="548640" cy="548640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398" y="224576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45752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45752" y="3200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“breached of assessed” per framework — never a bare verdict.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22960" y="4617720"/>
            <a:ext cx="10515600" cy="1417320"/>
          </a:xfrm>
          <a:prstGeom prst="rect">
            <a:avLst/>
          </a:prstGeom>
          <a:solidFill>
            <a:srgbClr val="163B3C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89204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Honest-metrics guardrail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783080" y="51663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Pass-rates are always reported with their assessed denominator and an “indicative mapping” disclaimer. KubeGuard never claims a control is certified — it shows you the evidence and lets the assessor decide. Secret values are redacted to key-name only.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548640" cy="548640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LENS · KINGDOM OF SAUDI ARABIA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NCA Essential Cybersecurity Controls (ECC)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1810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KubeGuard ships an NCA ECC pack mapping cluster checks to four ECC domains — the controls every government entity and Critical National Infrastructure operator in KSA must satisfy.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560320"/>
            <a:ext cx="10515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60320"/>
            <a:ext cx="1051560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8163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2-2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057400" y="2670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057400" y="299923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cluster-admin sprawl, wildcard RBAC and default-SA use.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0" y="2834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KG-011 · KG-012 · KG-016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3493008"/>
            <a:ext cx="10515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493008"/>
            <a:ext cx="1051560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749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057400" y="3602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 &amp; Facilities Protection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057400" y="393192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privileged containers, hostPath mounts, dangerous capabilities.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32320" y="37673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KG-001 · KG-002 · KG-008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4425696"/>
            <a:ext cx="10515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4425696"/>
            <a:ext cx="1051560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6817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2-5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2057400" y="45354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Security Management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2057400" y="48646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default-deny networking and no raw internet exposure.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0" y="47000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KG-003 · KG-017 · KG-018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2960" y="5358384"/>
            <a:ext cx="10515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" y="5358384"/>
            <a:ext cx="1051560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56144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2-15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2057400" y="5468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Information Protection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2057400" y="579729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broad Secret access and needless token mounting.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132320" y="563270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KG-013 · KG-015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Note:  </a:t>
            </a:r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 maps to ECC-1:2018 domains; the NCA’s ECC-2:2024 (108 controls) now supersedes it — the same checks carry forward, the pack is a YAML drop-in to update.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LENS · KSA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solves for a Saudi entity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84708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436" y="199924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653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Regulator-ready evidence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15568" y="25146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compliance is mandatory and audited for government bodies and CNI operators. KubeGuard turns cluster state into a per-domain scorecard an NCA assessor can read — no manual YAML review.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116" y="199924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653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without losing control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56248" y="25146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ECC-2 shifts data-localization to the NDMO and KSA moves to cloud, posture drift is the new risk. KubeGuard runs offline, in-Kingdom, with no phone-home — sovereign by construction.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7033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399592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36" y="414808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not annual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115568" y="46634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gate (fail-on high) and admission webhook stop non-compliant workloads at deploy time, so entities stay continuously aligned between formal assessments.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033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99592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16" y="4148084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by design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56248" y="46634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deterministic, secret-redacting. Nothing KubeGuard does could itself breach ECC — it observes and reports, never mutates or exfiltrates.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548640" cy="548640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5998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LENS · ENGLAND / UNITED KINGDOM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143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the same checks to UK regimes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KubeGuard now ships native UK packs — NCSC CAF 4.0, Cyber Essentials and UK GDPR / DPA 2018 — mapping the same cluster checks to each regime. The NIS mapping below is indicative; a YAML drop-in makes it native too.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578608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78608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6883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NCSC Cyber Assessment Framework 4.0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03580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 B — protecting against attack: B2 identity &amp; access control, B4 system security. Obj. A risk, Obj. C detect.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178040" y="2871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KG-011/12/16 · KG-001→008 · KG-017/18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557016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3557016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6667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Essentials (5 controls)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40142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configuration, user access control, and network/firewall controls map directly to KubeGuard’s checks.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178040" y="3849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KG-006/07/09/20 · KG-013/14 · KG-018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535424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4535424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6451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GDPR &amp; Data Protection Act 2018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499262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5(1)(f) integrity-and-confidentiality and Art. 32 “appropriate technical measures” for data workloads.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7178040" y="4828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KG-013 · KG-015 · KG-016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5513832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2960" y="5513832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1097280" y="5623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Regs / Cyber Security &amp; Resilience Bill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97280" y="597103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information-systems security duties for operators of essential &amp; digital services.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7178040" y="5806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KG-003 · KG-017 · KG-018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LENS · UK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solves for a UK organisation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84708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436" y="199924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653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ICO-defensible “appropriate measures”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15568" y="25146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GDPR Art. 32 demands technical measures proportionate to risk. A KubeGuard scorecard is contemporaneous evidence that you assessed and hardened your data-processing clusters.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4708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116" y="199924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653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 outcomes, evidenced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6248" y="25146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 is outcome-based, not a checklist. KubeGuard supplies the “protect against attack” and “detect” evidence regulators (and CAF 4.0’s secure-software focus) expect.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7033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399592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36" y="414808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Essentials certification prep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46634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directly to the secure-configuration and access-control controls, surfacing gaps before an assessor does — faster, cheaper certification.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033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995928"/>
            <a:ext cx="585216" cy="585216"/>
          </a:xfrm>
          <a:prstGeom prst="ellipse">
            <a:avLst/>
          </a:prstGeom>
          <a:solidFill>
            <a:srgbClr val="F1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16" y="4148084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&amp; deploy-time control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6248" y="46634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webhook + CI gate enforce posture before workloads reach production — meeting CAF 4.0’s emphasis on secure software and resilient operations.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scan answers your business auditors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two country lenses, KubeGuard ships four more packs covering the global standards customers and partners contractually require — one scan, every scorecard.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4505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9077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Cardholder-data environments: restricted ingress, config standards, least privilege, strong auth.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1.3.1 · 2.2.1 · 7.2.1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19456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24505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6248" y="29077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A: privileged access, configuration management, network security &amp; segregation.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6248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A.8.2 · A.8.9 · A.8.20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06908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4325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Rev.5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47823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AC-6 least privilege, AC-4 flow enforcement, CM-7 least functionality, SC-7 boundary.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AC-6 · SC-7 · CM-7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406908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325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 Act 2023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6248" y="47823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security safeguards, breach prevention/detection, and access limitation.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6248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 · 8.6 · 8.7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frameworks total — CIS, these four, plus the UK trio (CAF, Cyber Essentials, UK GDPR) and Saudi NCA ECC — each a data-driven YAML pack; adding a framework is a drop-in, not a code change.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AUDITORS TRUST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that survives an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1874520"/>
          </a:xfrm>
          <a:prstGeom prst="rect">
            <a:avLst/>
          </a:prstGeom>
          <a:solidFill>
            <a:srgbClr val="163B3C"/>
          </a:solidFill>
          <a:ln w="12700">
            <a:solidFill>
              <a:srgbClr val="1F4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585216" cy="585216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436" y="225527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report formats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15568" y="2743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Console, JSON, SARIF 2.1.0, a self-contained HTML dashboard, and per-framework auditor evidence packs — plus file/SQLite history for drift over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212080" cy="1874520"/>
          </a:xfrm>
          <a:prstGeom prst="rect">
            <a:avLst/>
          </a:prstGeom>
          <a:solidFill>
            <a:srgbClr val="163B3C"/>
          </a:solidFill>
          <a:ln w="12700">
            <a:solidFill>
              <a:srgbClr val="1F4F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03120"/>
            <a:ext cx="585216" cy="585216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116" y="225527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paths, not just findings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56248" y="2743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ATT&amp;CK-tagged narrative shows the business impact of each gap — descriptive, never a weaponised exploit.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886200"/>
            <a:ext cx="5212080" cy="1874520"/>
          </a:xfrm>
          <a:prstGeom prst="rect">
            <a:avLst/>
          </a:prstGeom>
          <a:solidFill>
            <a:srgbClr val="163B3C"/>
          </a:solidFill>
          <a:ln w="12700">
            <a:solidFill>
              <a:srgbClr val="1F4F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4160520"/>
            <a:ext cx="585216" cy="585216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36" y="431267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1788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&amp; deterministic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115568" y="48006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 order, no wall-clock noise, runs fully offline — two runs of the same input give the same evidence.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212080" cy="1874520"/>
          </a:xfrm>
          <a:prstGeom prst="rect">
            <a:avLst/>
          </a:prstGeom>
          <a:solidFill>
            <a:srgbClr val="163B3C"/>
          </a:solidFill>
          <a:ln w="12700">
            <a:solidFill>
              <a:srgbClr val="1F4F5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160520"/>
            <a:ext cx="585216" cy="585216"/>
          </a:xfrm>
          <a:prstGeom prst="ellipse">
            <a:avLst/>
          </a:prstGeom>
          <a:solidFill>
            <a:srgbClr val="0E2A2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16" y="4312676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1788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accountable supply chain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56248" y="48006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 cosign-signed with a CycloneDX SBOM and SLSA provenance; secret values are never logged or emitted.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scan. Three compliance audiences.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41248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NCA ECC</a:t>
            </a:r>
            <a:pPr indent="0" marL="0">
              <a:buNone/>
            </a:pPr>
            <a:r>
              <a:rPr lang="en-US" sz="1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CAF / GDPR / Cyber Essentials</a:t>
            </a:r>
            <a:pPr indent="0" marL="0">
              <a:buNone/>
            </a:pPr>
            <a:r>
              <a:rPr lang="en-US" sz="1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· ISO 27001 · NIST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41248" y="37947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KubeGuard converts the security posture of a Kubernetes cluster into honest, reproducible, regulator-ready evidence — detecting the misconfigurations that breach controls, chaining them into business impact, and handing you the fix. Offline, read-only, and sovereign by construction.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pass-rates are reported as “breached / passed of assessed” with an indicative-mapping disclaimer — never a bare compliant verdict.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143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KubeGuard is different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stop at a flat findings list. KubeGuard chains findings into ATT&amp;CK-tagged attack paths (narrative, never a runnable exploit), maps them to 9 frameworks with honest denominators, and exports auditor evidence — offline, read-only, zero telemetry.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578608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78608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6883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kube-bench · CIS benchmark tools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03580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Node/host CIS checks — flat pass/fail, CIS-only, no attack chaining.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178040" y="2871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attack paths · 9 frameworks · evidence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557016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3557016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6667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kubescape · control-framework scanners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40142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 / MITRE / CIS control scores — but count everything; SaaS-leaning.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178040" y="3849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denominators · evidence packs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535424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4535424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6451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Checkov · kube-linter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499262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 &amp; IaC lint — long flat finding lists, no exploit context.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7178040" y="4828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capability-based ATT&amp;CK attack paths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5513832"/>
            <a:ext cx="10515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2960" y="5513832"/>
            <a:ext cx="109728" cy="886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1097280" y="5623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· Prisma · Aqua (CNAPP SaaS)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97280" y="597103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Agent-heavy; exfiltrate posture to vendor cloud; per-asset pricing.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7178040" y="5806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· zero telemetry · self-hosted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saves — and earns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the same scan pays back. Ranges are illustrative for a mid-size estate (~200 workloads) — replace them with your own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4505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prep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9077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per-framework evidence packs replace manual screenshot &amp; spreadsheet collection.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£10k–60k / yr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19456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24505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consolidation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6248" y="29077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— folds in point tools and avoids per-asset CNAPP SaaS seats and agent overhead.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6248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CNAPP SaaS ≈ £60k–250k+/yr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06908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4325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expected-loss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47823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Attack-path priority fixes the chains that actually reach cluster-admin first, cutting breach odds.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1% × ~£3–4M ≈ £30–40k EV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212080" cy="1691640"/>
          </a:xfrm>
          <a:prstGeom prst="rect">
            <a:avLst/>
          </a:prstGeom>
          <a:solidFill>
            <a:srgbClr val="F1F5F4"/>
          </a:solidFill>
          <a:ln w="12700">
            <a:solidFill>
              <a:srgbClr val="D7E0DE"/>
            </a:solidFill>
            <a:prstDash val="solid"/>
          </a:ln>
          <a:effectLst>
            <a:outerShdw sx="100000" sy="100000" kx="0" ky="0" algn="bl" rotWithShape="0" blurRad="88900" dist="38100" dir="8100000">
              <a:srgbClr val="0E2A2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4069080"/>
            <a:ext cx="52120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325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enablement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6248" y="47823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Essentials / ISO evidence shortens procurement and security questionnaires — deals close sooner.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6248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 time-to-revenue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itself on the first audit; breach-risk reduction and faster deals are upside. Figures illustrative — replace with your estate’s numbers.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KubeGuard — Compliance Problems Solved</dc:title>
  <dc:subject>PptxGenJS Presentation</dc:subject>
  <dc:creator>KubeGuard</dc:creator>
  <cp:lastModifiedBy>KubeGuard</cp:lastModifiedBy>
  <cp:revision>1</cp:revision>
  <dcterms:created xsi:type="dcterms:W3CDTF">2026-06-07T17:11:53Z</dcterms:created>
  <dcterms:modified xsi:type="dcterms:W3CDTF">2026-06-07T17:11:53Z</dcterms:modified>
</cp:coreProperties>
</file>